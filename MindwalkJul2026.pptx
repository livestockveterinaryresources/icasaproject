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71" r:id="rId6"/>
    <p:sldId id="267" r:id="rId7"/>
    <p:sldId id="268" r:id="rId8"/>
    <p:sldId id="269" r:id="rId9"/>
    <p:sldId id="270" r:id="rId10"/>
    <p:sldId id="261" r:id="rId11"/>
    <p:sldId id="260" r:id="rId12"/>
    <p:sldId id="262" r:id="rId13"/>
    <p:sldId id="256" r:id="rId14"/>
    <p:sldId id="257" r:id="rId15"/>
    <p:sldId id="258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64" d="100"/>
          <a:sy n="64" d="100"/>
        </p:scale>
        <p:origin x="77" y="6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F66DD-2A5E-28B0-B256-874CC5705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1394A-B03F-58D6-D7E8-E11E99097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11717-8714-D247-A6AA-A1576F4C0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6D4A4-6E21-AA19-FF48-CCCC378C2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CE81-7C3D-B25E-951E-A1A7CE176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87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99BB4-ADCD-73BF-1C69-7BA909E25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D93B3-739B-75D0-BE61-9D90279F6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72A12-A4B2-4582-51F4-03EAD0DEF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C8FDF-07B0-2F3C-28AF-F47B1163A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FF311-2618-B1D5-2801-BAFFA5AF1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23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30BC7-9AE8-6F7A-789A-FEECFFA60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FC840-F9A8-21B0-8DB9-FDD76C821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6EAF7-BFBB-75AB-7104-D0CB14787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110A2-8C96-4A44-C35C-0AB956EB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6A107-A290-1D89-7029-B460A110D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18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C2D18-820E-045E-1A88-774954E17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5225A-BBDC-0A9B-7718-8E3FE18B9E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BAC25-0DED-8ADE-ADF6-889C6370C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9DF4F-593D-9202-1F40-F392FD540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E1451-C24E-8F9C-1714-4CFC0694D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8BA2F-A502-4A5B-7474-52F0245DF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45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BA821-F527-266A-1A8E-1F91F7D3C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D6DAD-7718-FEBE-020D-3BF121B95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C14C8-A056-81D1-8624-4917DB64B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F6D759-EA18-25D8-C872-8E707DAD8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7BFBA-A7AF-F953-D9D4-B2A0EF0EE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BF679A-A603-F4FA-5FE7-B2B4632A7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9ACF86-F244-2385-404E-E1097A450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6496FD-2EE4-C99C-C2CF-6EF6E43B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21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3364F-5E42-0FE1-023C-8CB5B0FFD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948070-7A54-E908-8D4F-557DA2087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83677-1218-E374-0332-73DB7E2E8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7DA9C-6296-0E9E-F9D7-E44BD277E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72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1FDC71-D0EB-CD55-EBBA-02AAD1F1B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22075F-8A30-236C-DBBE-6F84BF555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2BE33-ADAC-FA81-9DA6-ADABDB13C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55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5C00D-8CA8-D1B7-67B2-A18517A4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A23CE-C9C7-387D-F9EC-41EEDAE92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A8A40B-30B5-F16D-1DE1-D49BD8587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EA12E-FCAA-B23F-6FD2-E92082EAB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89CA8-76BE-F8B8-C162-020203E4A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C0D8A-1B1C-04A8-D4A3-9F7D203E8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45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01B2D-F716-C313-1C7D-ADDBF87BE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DBB578-70C5-BD49-52DB-CFFE83C39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DBD1BC-CCD0-57EC-60F8-53025315E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F7C17-1209-81CE-6A99-EF494E5A6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1A5E5-800B-80C8-12FA-183A7DCFB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895AA0-03E4-3463-D86D-5088009F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51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840FA-36B4-9A07-07DA-A54420562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B059A-C06B-B51F-FE7E-BBB2A97FB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74F28-26B8-81C8-39D8-0B95A4ECA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AEC95-69FB-01E9-3EA6-556EE2A88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7B2A7-7689-6DBE-A346-00748E14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215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405954-B7F5-37D8-D82E-5689DA674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7CF641-3467-1251-B9FD-B3819F440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55A0A-49D4-D17A-FDE5-6DBDAD7D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0337-2847-4DC6-BBD0-6AE8198AC49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63106-C2F3-3E0F-AA2B-4D2B24BE4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9AF19-EA42-F1FD-CA99-F525E505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75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A1A744-48A9-54CB-3D62-1AC7BD45A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0344-111F-C454-DD8D-341F30DC5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D0530-817F-AC38-C00B-6A5536DA89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10337-2847-4DC6-BBD0-6AE8198AC493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CDD6B-94C2-C475-76C7-4182B070F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E8A1D-C691-851F-5674-579A02A2A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4ED00-7748-47EC-828B-21A237F80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4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8513DA-3F31-FC2F-6A01-F659CB64C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191" y="945875"/>
            <a:ext cx="6596473" cy="496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661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FBE59D-A56F-CCBC-236A-311D7744C8B3}"/>
              </a:ext>
            </a:extLst>
          </p:cNvPr>
          <p:cNvCxnSpPr/>
          <p:nvPr/>
        </p:nvCxnSpPr>
        <p:spPr>
          <a:xfrm>
            <a:off x="1745674" y="3050773"/>
            <a:ext cx="89029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05856CF6-C4B5-97DA-4C5A-6DBFFCDD77E6}"/>
              </a:ext>
            </a:extLst>
          </p:cNvPr>
          <p:cNvSpPr/>
          <p:nvPr/>
        </p:nvSpPr>
        <p:spPr>
          <a:xfrm>
            <a:off x="1612670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0A7F9F7-6A7A-F989-979C-1B0A81A6D63B}"/>
              </a:ext>
            </a:extLst>
          </p:cNvPr>
          <p:cNvSpPr/>
          <p:nvPr/>
        </p:nvSpPr>
        <p:spPr>
          <a:xfrm>
            <a:off x="3460866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7DDE79-003A-A3D1-9F8D-153DCF2CE903}"/>
              </a:ext>
            </a:extLst>
          </p:cNvPr>
          <p:cNvSpPr/>
          <p:nvPr/>
        </p:nvSpPr>
        <p:spPr>
          <a:xfrm>
            <a:off x="9504913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D1B8D16-1479-09F8-8A12-BFBE3D694FBB}"/>
              </a:ext>
            </a:extLst>
          </p:cNvPr>
          <p:cNvSpPr/>
          <p:nvPr/>
        </p:nvSpPr>
        <p:spPr>
          <a:xfrm>
            <a:off x="4206241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ADFBC4-6835-6A64-B75D-72C321229B8A}"/>
              </a:ext>
            </a:extLst>
          </p:cNvPr>
          <p:cNvSpPr txBox="1"/>
          <p:nvPr/>
        </p:nvSpPr>
        <p:spPr>
          <a:xfrm flipH="1">
            <a:off x="10480272" y="2758384"/>
            <a:ext cx="336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A99B68-44C3-F9B8-95AA-A8FD93CD27E1}"/>
              </a:ext>
            </a:extLst>
          </p:cNvPr>
          <p:cNvSpPr/>
          <p:nvPr/>
        </p:nvSpPr>
        <p:spPr>
          <a:xfrm>
            <a:off x="1745673" y="195305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538338-9937-FCA2-BF1B-E669CF9819A3}"/>
              </a:ext>
            </a:extLst>
          </p:cNvPr>
          <p:cNvSpPr/>
          <p:nvPr/>
        </p:nvSpPr>
        <p:spPr>
          <a:xfrm>
            <a:off x="1729048" y="1338329"/>
            <a:ext cx="27432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EF6C51-3F2B-574C-80DB-AC91106F18D4}"/>
              </a:ext>
            </a:extLst>
          </p:cNvPr>
          <p:cNvSpPr/>
          <p:nvPr/>
        </p:nvSpPr>
        <p:spPr>
          <a:xfrm>
            <a:off x="1729048" y="734935"/>
            <a:ext cx="18288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4629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6" grpId="0" animBg="1"/>
      <p:bldP spid="17" grpId="0"/>
      <p:bldP spid="18" grpId="0" animBg="1"/>
      <p:bldP spid="20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CEE19-3CB8-0ACF-9FE1-73F3E558C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CD1E1E-3DB9-3347-B35C-6FD68D52CB0D}"/>
              </a:ext>
            </a:extLst>
          </p:cNvPr>
          <p:cNvCxnSpPr/>
          <p:nvPr/>
        </p:nvCxnSpPr>
        <p:spPr>
          <a:xfrm>
            <a:off x="1745674" y="3050773"/>
            <a:ext cx="89029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64CF4C1F-83B1-1175-9244-4036A8CF408E}"/>
              </a:ext>
            </a:extLst>
          </p:cNvPr>
          <p:cNvSpPr/>
          <p:nvPr/>
        </p:nvSpPr>
        <p:spPr>
          <a:xfrm>
            <a:off x="1612670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54DE37F-6762-D521-15F6-01AE0E5F8D48}"/>
              </a:ext>
            </a:extLst>
          </p:cNvPr>
          <p:cNvSpPr/>
          <p:nvPr/>
        </p:nvSpPr>
        <p:spPr>
          <a:xfrm>
            <a:off x="3460866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13C6C7-1720-8E16-B9D5-A350542FF886}"/>
              </a:ext>
            </a:extLst>
          </p:cNvPr>
          <p:cNvSpPr/>
          <p:nvPr/>
        </p:nvSpPr>
        <p:spPr>
          <a:xfrm>
            <a:off x="9504913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0E45314-E9BD-E7A4-03D9-9FBCF6812B6D}"/>
              </a:ext>
            </a:extLst>
          </p:cNvPr>
          <p:cNvSpPr/>
          <p:nvPr/>
        </p:nvSpPr>
        <p:spPr>
          <a:xfrm>
            <a:off x="4206241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E67364-7455-6D90-C51C-1CED7368932D}"/>
              </a:ext>
            </a:extLst>
          </p:cNvPr>
          <p:cNvSpPr txBox="1"/>
          <p:nvPr/>
        </p:nvSpPr>
        <p:spPr>
          <a:xfrm flipH="1">
            <a:off x="10480272" y="2758384"/>
            <a:ext cx="336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BAC3A0-A0E7-EDC1-689C-D3D6A982A395}"/>
              </a:ext>
            </a:extLst>
          </p:cNvPr>
          <p:cNvSpPr/>
          <p:nvPr/>
        </p:nvSpPr>
        <p:spPr>
          <a:xfrm>
            <a:off x="1612670" y="2822171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7D35A5-9395-2047-812F-4BF8783C6B28}"/>
              </a:ext>
            </a:extLst>
          </p:cNvPr>
          <p:cNvSpPr/>
          <p:nvPr/>
        </p:nvSpPr>
        <p:spPr>
          <a:xfrm>
            <a:off x="3460866" y="2822171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3749C6-7642-0F8C-ECAB-DF192096BE2D}"/>
              </a:ext>
            </a:extLst>
          </p:cNvPr>
          <p:cNvSpPr/>
          <p:nvPr/>
        </p:nvSpPr>
        <p:spPr>
          <a:xfrm>
            <a:off x="4378474" y="2822171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639A70-B714-C0F3-C892-6D951E489661}"/>
              </a:ext>
            </a:extLst>
          </p:cNvPr>
          <p:cNvSpPr/>
          <p:nvPr/>
        </p:nvSpPr>
        <p:spPr>
          <a:xfrm>
            <a:off x="9529505" y="2822171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208358-ED3C-BD53-3A5D-9E03EC027CCC}"/>
              </a:ext>
            </a:extLst>
          </p:cNvPr>
          <p:cNvCxnSpPr/>
          <p:nvPr/>
        </p:nvCxnSpPr>
        <p:spPr>
          <a:xfrm>
            <a:off x="1745674" y="4154524"/>
            <a:ext cx="89029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BB1F5150-0F16-4C2B-1CB6-C7E1B770568A}"/>
              </a:ext>
            </a:extLst>
          </p:cNvPr>
          <p:cNvSpPr/>
          <p:nvPr/>
        </p:nvSpPr>
        <p:spPr>
          <a:xfrm>
            <a:off x="1612670" y="4042304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643948E-32DE-B6E7-A441-9CFE935B02F1}"/>
              </a:ext>
            </a:extLst>
          </p:cNvPr>
          <p:cNvSpPr/>
          <p:nvPr/>
        </p:nvSpPr>
        <p:spPr>
          <a:xfrm>
            <a:off x="3460866" y="4042304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33E5B6-DA5B-4CD9-32DF-F65BCC826034}"/>
              </a:ext>
            </a:extLst>
          </p:cNvPr>
          <p:cNvSpPr/>
          <p:nvPr/>
        </p:nvSpPr>
        <p:spPr>
          <a:xfrm>
            <a:off x="9504913" y="4042304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10318E4-B241-9873-2323-AF18A1C8F5B2}"/>
              </a:ext>
            </a:extLst>
          </p:cNvPr>
          <p:cNvSpPr/>
          <p:nvPr/>
        </p:nvSpPr>
        <p:spPr>
          <a:xfrm>
            <a:off x="4206241" y="4042304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2F36C2-2D8F-2AC1-3877-6355720DEC1F}"/>
              </a:ext>
            </a:extLst>
          </p:cNvPr>
          <p:cNvSpPr txBox="1"/>
          <p:nvPr/>
        </p:nvSpPr>
        <p:spPr>
          <a:xfrm flipH="1">
            <a:off x="10480272" y="3862135"/>
            <a:ext cx="336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3645D3-1D9B-1530-CEFF-056BEB4C3B81}"/>
              </a:ext>
            </a:extLst>
          </p:cNvPr>
          <p:cNvSpPr/>
          <p:nvPr/>
        </p:nvSpPr>
        <p:spPr>
          <a:xfrm>
            <a:off x="1612670" y="3925922"/>
            <a:ext cx="18288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AE8D27-94AF-2D55-C31E-40AFE7F2D91C}"/>
              </a:ext>
            </a:extLst>
          </p:cNvPr>
          <p:cNvSpPr/>
          <p:nvPr/>
        </p:nvSpPr>
        <p:spPr>
          <a:xfrm>
            <a:off x="4378474" y="3925922"/>
            <a:ext cx="18288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7E33F3-F2BD-E2A8-0CDD-3B67761E78BE}"/>
              </a:ext>
            </a:extLst>
          </p:cNvPr>
          <p:cNvSpPr/>
          <p:nvPr/>
        </p:nvSpPr>
        <p:spPr>
          <a:xfrm>
            <a:off x="9529505" y="3925922"/>
            <a:ext cx="1126193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E0DD77-B458-6E1D-509A-D32CFFCA4F5F}"/>
              </a:ext>
            </a:extLst>
          </p:cNvPr>
          <p:cNvSpPr/>
          <p:nvPr/>
        </p:nvSpPr>
        <p:spPr>
          <a:xfrm>
            <a:off x="3453773" y="3925922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36643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" grpId="0" animBg="1"/>
      <p:bldP spid="5" grpId="0" animBg="1"/>
      <p:bldP spid="9" grpId="0" animBg="1"/>
      <p:bldP spid="23" grpId="0" animBg="1"/>
      <p:bldP spid="25" grpId="0" animBg="1"/>
      <p:bldP spid="26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E8169-84BB-B919-F494-8C91D4C2B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EE6812-F3C3-5A6A-069F-67E3E50CAE98}"/>
              </a:ext>
            </a:extLst>
          </p:cNvPr>
          <p:cNvCxnSpPr/>
          <p:nvPr/>
        </p:nvCxnSpPr>
        <p:spPr>
          <a:xfrm>
            <a:off x="1745674" y="3050773"/>
            <a:ext cx="89029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282C358-82CB-980E-DF10-786C6FDA974E}"/>
              </a:ext>
            </a:extLst>
          </p:cNvPr>
          <p:cNvSpPr/>
          <p:nvPr/>
        </p:nvSpPr>
        <p:spPr>
          <a:xfrm>
            <a:off x="1612670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E567EB-31AF-C0F9-4E5D-1B1BC4C5311E}"/>
              </a:ext>
            </a:extLst>
          </p:cNvPr>
          <p:cNvSpPr/>
          <p:nvPr/>
        </p:nvSpPr>
        <p:spPr>
          <a:xfrm>
            <a:off x="3460866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E2EEA2F-131E-0FB7-7E32-E3D3ADFE37CF}"/>
              </a:ext>
            </a:extLst>
          </p:cNvPr>
          <p:cNvSpPr/>
          <p:nvPr/>
        </p:nvSpPr>
        <p:spPr>
          <a:xfrm>
            <a:off x="9504913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B97CBDF-E2E9-2FC8-3F20-700CC4098891}"/>
              </a:ext>
            </a:extLst>
          </p:cNvPr>
          <p:cNvSpPr/>
          <p:nvPr/>
        </p:nvSpPr>
        <p:spPr>
          <a:xfrm>
            <a:off x="4206241" y="2938553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B5B6DE-381B-804C-7EA4-EF481FC9182D}"/>
              </a:ext>
            </a:extLst>
          </p:cNvPr>
          <p:cNvSpPr txBox="1"/>
          <p:nvPr/>
        </p:nvSpPr>
        <p:spPr>
          <a:xfrm flipH="1">
            <a:off x="10480272" y="2758384"/>
            <a:ext cx="336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C39F93-1BED-2701-88E6-174CB96D4256}"/>
              </a:ext>
            </a:extLst>
          </p:cNvPr>
          <p:cNvSpPr/>
          <p:nvPr/>
        </p:nvSpPr>
        <p:spPr>
          <a:xfrm>
            <a:off x="1612670" y="2822171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009168-C786-11A6-00F6-0C0B70BE6B8A}"/>
              </a:ext>
            </a:extLst>
          </p:cNvPr>
          <p:cNvSpPr/>
          <p:nvPr/>
        </p:nvSpPr>
        <p:spPr>
          <a:xfrm>
            <a:off x="3460866" y="2822171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66A15A-1E5E-B5F5-BDE1-B86520D0C365}"/>
              </a:ext>
            </a:extLst>
          </p:cNvPr>
          <p:cNvSpPr/>
          <p:nvPr/>
        </p:nvSpPr>
        <p:spPr>
          <a:xfrm>
            <a:off x="4378474" y="2822171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D777CA-3E4B-5571-4BD9-39B5ED422A92}"/>
              </a:ext>
            </a:extLst>
          </p:cNvPr>
          <p:cNvSpPr/>
          <p:nvPr/>
        </p:nvSpPr>
        <p:spPr>
          <a:xfrm>
            <a:off x="9529505" y="2822171"/>
            <a:ext cx="914400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81D4FD-0605-0F23-2E0F-48625B06FB5C}"/>
              </a:ext>
            </a:extLst>
          </p:cNvPr>
          <p:cNvCxnSpPr/>
          <p:nvPr/>
        </p:nvCxnSpPr>
        <p:spPr>
          <a:xfrm>
            <a:off x="1745674" y="4154524"/>
            <a:ext cx="8902931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2179614-6353-18BB-DD47-5BFE3CD26BD7}"/>
              </a:ext>
            </a:extLst>
          </p:cNvPr>
          <p:cNvSpPr/>
          <p:nvPr/>
        </p:nvSpPr>
        <p:spPr>
          <a:xfrm>
            <a:off x="1612670" y="4042304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613E562-752F-3174-DA05-71D7856F2AA9}"/>
              </a:ext>
            </a:extLst>
          </p:cNvPr>
          <p:cNvSpPr/>
          <p:nvPr/>
        </p:nvSpPr>
        <p:spPr>
          <a:xfrm>
            <a:off x="3460866" y="4042304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7BF18D1-6770-89C9-0CD0-C1EE30D72157}"/>
              </a:ext>
            </a:extLst>
          </p:cNvPr>
          <p:cNvSpPr/>
          <p:nvPr/>
        </p:nvSpPr>
        <p:spPr>
          <a:xfrm>
            <a:off x="9504913" y="4042304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81E5818-E03A-5DF9-F071-A8C52ED07AC5}"/>
              </a:ext>
            </a:extLst>
          </p:cNvPr>
          <p:cNvSpPr/>
          <p:nvPr/>
        </p:nvSpPr>
        <p:spPr>
          <a:xfrm>
            <a:off x="4206241" y="4042304"/>
            <a:ext cx="266007" cy="224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4F6A7C-14DC-0F3C-D091-409B1A6CE930}"/>
              </a:ext>
            </a:extLst>
          </p:cNvPr>
          <p:cNvSpPr txBox="1"/>
          <p:nvPr/>
        </p:nvSpPr>
        <p:spPr>
          <a:xfrm flipH="1">
            <a:off x="10480272" y="3862135"/>
            <a:ext cx="336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B1FD31-9964-014E-0D5A-70BD571B3357}"/>
              </a:ext>
            </a:extLst>
          </p:cNvPr>
          <p:cNvSpPr/>
          <p:nvPr/>
        </p:nvSpPr>
        <p:spPr>
          <a:xfrm>
            <a:off x="1612670" y="3925922"/>
            <a:ext cx="1828800" cy="457200"/>
          </a:xfrm>
          <a:prstGeom prst="rect">
            <a:avLst/>
          </a:prstGeom>
          <a:solidFill>
            <a:srgbClr val="00B050">
              <a:alpha val="3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22ADB74-FEA1-E120-C625-F83646DB4D10}"/>
              </a:ext>
            </a:extLst>
          </p:cNvPr>
          <p:cNvSpPr/>
          <p:nvPr/>
        </p:nvSpPr>
        <p:spPr>
          <a:xfrm>
            <a:off x="4378474" y="3925922"/>
            <a:ext cx="1828800" cy="457200"/>
          </a:xfrm>
          <a:prstGeom prst="rect">
            <a:avLst/>
          </a:prstGeom>
          <a:solidFill>
            <a:srgbClr val="00B050">
              <a:alpha val="3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9F10E5-3E2E-F0F8-27D6-5689E1691208}"/>
              </a:ext>
            </a:extLst>
          </p:cNvPr>
          <p:cNvSpPr/>
          <p:nvPr/>
        </p:nvSpPr>
        <p:spPr>
          <a:xfrm>
            <a:off x="9529505" y="3925922"/>
            <a:ext cx="1126193" cy="4572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6BD1A1-1E81-6445-83D9-19D9821AEDE8}"/>
              </a:ext>
            </a:extLst>
          </p:cNvPr>
          <p:cNvSpPr/>
          <p:nvPr/>
        </p:nvSpPr>
        <p:spPr>
          <a:xfrm>
            <a:off x="3453773" y="3925922"/>
            <a:ext cx="914400" cy="457200"/>
          </a:xfrm>
          <a:prstGeom prst="rect">
            <a:avLst/>
          </a:prstGeom>
          <a:solidFill>
            <a:schemeClr val="accent2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98090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" grpId="0" animBg="1"/>
      <p:bldP spid="5" grpId="0" animBg="1"/>
      <p:bldP spid="9" grpId="0" animBg="1"/>
      <p:bldP spid="23" grpId="0" animBg="1"/>
      <p:bldP spid="25" grpId="0" animBg="1"/>
      <p:bldP spid="26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7B4AB-B75C-DCCE-F746-ADAFDCCD3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F9D5ED-B59C-9BA0-21D8-345601D67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9921"/>
            <a:ext cx="12192000" cy="54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516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BE7F4C-7BD6-5770-C0B6-615CD1402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397"/>
            <a:ext cx="12192000" cy="547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48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56CD9-84D3-AFA1-A763-7FB484C0B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B7E668-042C-8EA7-C040-63BDC4523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6280"/>
            <a:ext cx="12192000" cy="542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73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0F587-5A8B-BE29-4E75-087141B67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3DB33A-7AE9-808D-B1E9-834562918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198"/>
            <a:ext cx="12192000" cy="583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698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CEBE6-05C8-63F5-E3FC-CEF1427A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630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1A0F0F-C084-3B8C-C0E4-E31D48C5F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98" y="116378"/>
            <a:ext cx="12020204" cy="626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044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867AD9-CA7B-89DB-84DE-AB61B9BDB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90" y="0"/>
            <a:ext cx="11030989" cy="662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011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4B5EE6-85D8-D281-0541-BBE5F6AE4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93" y="83236"/>
            <a:ext cx="11155680" cy="669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412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9D66-E9F1-6F6E-7082-1434E9BDC0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CEF0C-70CD-A57A-1CCA-AC1AF937FA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944D88-8CAA-BC2D-B6A9-E2B1BAE8D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2798"/>
            <a:ext cx="12192000" cy="439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4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C1311-EA87-5460-1F14-B88303849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64206-33F4-FF6D-E91F-20DC1A48D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195D8-5A1A-39A0-B724-D01DB19D4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6" y="1027906"/>
            <a:ext cx="12192000" cy="460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987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8B3F95-6D06-5841-2036-01FB1B229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2868"/>
            <a:ext cx="12192000" cy="519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378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AFA21A-8A8E-E0D3-1742-3DBC572A2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447"/>
            <a:ext cx="12192000" cy="555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924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24</Words>
  <Application>Microsoft Office PowerPoint</Application>
  <PresentationFormat>Widescreen</PresentationFormat>
  <Paragraphs>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Schrag</dc:creator>
  <cp:lastModifiedBy>Steve Schrag</cp:lastModifiedBy>
  <cp:revision>4</cp:revision>
  <dcterms:created xsi:type="dcterms:W3CDTF">2026-07-16T11:11:42Z</dcterms:created>
  <dcterms:modified xsi:type="dcterms:W3CDTF">2026-07-17T04:26:38Z</dcterms:modified>
</cp:coreProperties>
</file>