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92" d="100"/>
          <a:sy n="92" d="100"/>
        </p:scale>
        <p:origin x="245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F66DD-2A5E-28B0-B256-874CC5705B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61394A-B03F-58D6-D7E8-E11E99097A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411717-8714-D247-A6AA-A1576F4C0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10337-2847-4DC6-BBD0-6AE8198AC493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A6D4A4-6E21-AA19-FF48-CCCC378C2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92CE81-7C3D-B25E-951E-A1A7CE176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B4ED00-7748-47EC-828B-21A237F800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587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99BB4-ADCD-73BF-1C69-7BA909E25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2D93B3-739B-75D0-BE61-9D90279F6D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D72A12-A4B2-4582-51F4-03EAD0DEF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10337-2847-4DC6-BBD0-6AE8198AC493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EC8FDF-07B0-2F3C-28AF-F47B1163A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0FF311-2618-B1D5-2801-BAFFA5AF1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B4ED00-7748-47EC-828B-21A237F800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8231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30BC7-9AE8-6F7A-789A-FEECFFA60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CFC840-F9A8-21B0-8DB9-FDD76C821C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06EAF7-BFBB-75AB-7104-D0CB14787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10337-2847-4DC6-BBD0-6AE8198AC493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9110A2-8C96-4A44-C35C-0AB956EB6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16A107-A290-1D89-7029-B460A110D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B4ED00-7748-47EC-828B-21A237F800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8189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C2D18-820E-045E-1A88-774954E17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A5225A-BBDC-0A9B-7718-8E3FE18B9E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6BAC25-0DED-8ADE-ADF6-889C6370C9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9DF4F-593D-9202-1F40-F392FD540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10337-2847-4DC6-BBD0-6AE8198AC493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6E1451-C24E-8F9C-1714-4CFC0694D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78BA2F-A502-4A5B-7474-52F0245DF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B4ED00-7748-47EC-828B-21A237F800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845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BA821-F527-266A-1A8E-1F91F7D3C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ED6DAD-7718-FEBE-020D-3BF121B952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AC14C8-A056-81D1-8624-4917DB64BD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F6D759-EA18-25D8-C872-8E707DAD85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E7BFBA-A7AF-F953-D9D4-B2A0EF0EE4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BF679A-A603-F4FA-5FE7-B2B4632A7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10337-2847-4DC6-BBD0-6AE8198AC493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9ACF86-F244-2385-404E-E1097A450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6496FD-2EE4-C99C-C2CF-6EF6E43B8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B4ED00-7748-47EC-828B-21A237F800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2190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3364F-5E42-0FE1-023C-8CB5B0FFD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948070-7A54-E908-8D4F-557DA2087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10337-2847-4DC6-BBD0-6AE8198AC493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B83677-1218-E374-0332-73DB7E2E8B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B7DA9C-6296-0E9E-F9D7-E44BD277E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B4ED00-7748-47EC-828B-21A237F800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972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1FDC71-D0EB-CD55-EBBA-02AAD1F1B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10337-2847-4DC6-BBD0-6AE8198AC493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22075F-8A30-236C-DBBE-6F84BF555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32BE33-ADAC-FA81-9DA6-ADABDB13C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B4ED00-7748-47EC-828B-21A237F800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255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5C00D-8CA8-D1B7-67B2-A18517A4C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A23CE-C9C7-387D-F9EC-41EEDAE92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A8A40B-30B5-F16D-1DE1-D49BD85877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CEA12E-FCAA-B23F-6FD2-E92082EAB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10337-2847-4DC6-BBD0-6AE8198AC493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F89CA8-76BE-F8B8-C162-020203E4A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BC0D8A-1B1C-04A8-D4A3-9F7D203E8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B4ED00-7748-47EC-828B-21A237F800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7457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501B2D-F716-C313-1C7D-ADDBF87BE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DBB578-70C5-BD49-52DB-CFFE83C395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DBD1BC-CCD0-57EC-60F8-53025315EB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DF7C17-1209-81CE-6A99-EF494E5A60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10337-2847-4DC6-BBD0-6AE8198AC493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21A5E5-800B-80C8-12FA-183A7DCFB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895AA0-03E4-3463-D86D-5088009FC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B4ED00-7748-47EC-828B-21A237F800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651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840FA-36B4-9A07-07DA-A54420562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CB059A-C06B-B51F-FE7E-BBB2A97FBB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874F28-26B8-81C8-39D8-0B95A4ECA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10337-2847-4DC6-BBD0-6AE8198AC493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AEC95-69FB-01E9-3EA6-556EE2A884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87B2A7-7689-6DBE-A346-00748E142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B4ED00-7748-47EC-828B-21A237F800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215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405954-B7F5-37D8-D82E-5689DA674B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7CF641-3467-1251-B9FD-B3819F4405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55A0A-49D4-D17A-FDE5-6DBDAD7D8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10337-2847-4DC6-BBD0-6AE8198AC493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B63106-C2F3-3E0F-AA2B-4D2B24BE40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39AF19-EA42-F1FD-CA99-F525E505B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B4ED00-7748-47EC-828B-21A237F800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875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A1A744-48A9-54CB-3D62-1AC7BD45A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0344-111F-C454-DD8D-341F30DC5D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8D0530-817F-AC38-C00B-6A5536DA89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E10337-2847-4DC6-BBD0-6AE8198AC493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ECDD6B-94C2-C475-76C7-4182B070F7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4E8A1D-C691-851F-5674-579A02A2A1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B4ED00-7748-47EC-828B-21A237F800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947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99D66-E9F1-6F6E-7082-1434E9BDC05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1CEF0C-70CD-A57A-1CCA-AC1AF937FA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944D88-8CAA-BC2D-B6A9-E2B1BAE8DA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32798"/>
            <a:ext cx="12192000" cy="439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744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C1311-EA87-5460-1F14-B88303849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64206-33F4-FF6D-E91F-20DC1A48D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2195D8-5A1A-39A0-B724-D01DB19D4B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66" y="1027906"/>
            <a:ext cx="12192000" cy="4600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9870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8B3F95-6D06-5841-2036-01FB1B2293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32868"/>
            <a:ext cx="12192000" cy="5192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03782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AFA21A-8A8E-E0D3-1742-3DBC572A2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3447"/>
            <a:ext cx="12192000" cy="5551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59245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 Schrag</dc:creator>
  <cp:lastModifiedBy>Steve Schrag</cp:lastModifiedBy>
  <cp:revision>2</cp:revision>
  <dcterms:created xsi:type="dcterms:W3CDTF">2026-07-16T11:11:42Z</dcterms:created>
  <dcterms:modified xsi:type="dcterms:W3CDTF">2026-07-16T11:39:04Z</dcterms:modified>
</cp:coreProperties>
</file>