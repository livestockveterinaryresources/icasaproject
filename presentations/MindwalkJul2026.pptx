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71" r:id="rId6"/>
    <p:sldId id="267" r:id="rId7"/>
    <p:sldId id="268" r:id="rId8"/>
    <p:sldId id="269" r:id="rId9"/>
    <p:sldId id="270" r:id="rId10"/>
    <p:sldId id="261" r:id="rId11"/>
    <p:sldId id="260" r:id="rId12"/>
    <p:sldId id="262" r:id="rId13"/>
    <p:sldId id="256" r:id="rId14"/>
    <p:sldId id="257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66DD-2A5E-28B0-B256-874CC5705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1394A-B03F-58D6-D7E8-E11E99097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11717-8714-D247-A6AA-A1576F4C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D4A4-6E21-AA19-FF48-CCCC378C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CE81-7C3D-B25E-951E-A1A7CE17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BB4-ADCD-73BF-1C69-7BA909E2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D93B3-739B-75D0-BE61-9D90279F6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72A12-A4B2-4582-51F4-03EAD0DE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C8FDF-07B0-2F3C-28AF-F47B1163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F311-2618-B1D5-2801-BAFFA5AF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2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0BC7-9AE8-6F7A-789A-FEECFFA6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FC840-F9A8-21B0-8DB9-FDD76C821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6EAF7-BFBB-75AB-7104-D0CB1478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10A2-8C96-4A44-C35C-0AB956EB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A107-A290-1D89-7029-B460A110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1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2D18-820E-045E-1A88-774954E1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225A-BBDC-0A9B-7718-8E3FE18B9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BAC25-0DED-8ADE-ADF6-889C6370C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9DF4F-593D-9202-1F40-F392FD54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E1451-C24E-8F9C-1714-4CFC0694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8BA2F-A502-4A5B-7474-52F0245D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4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A821-F527-266A-1A8E-1F91F7D3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D6DAD-7718-FEBE-020D-3BF121B9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C14C8-A056-81D1-8624-4917DB64B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6D759-EA18-25D8-C872-8E707DAD8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7BFBA-A7AF-F953-D9D4-B2A0EF0EE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F679A-A603-F4FA-5FE7-B2B4632A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ACF86-F244-2385-404E-E1097A45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496FD-2EE4-C99C-C2CF-6EF6E43B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1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364F-5E42-0FE1-023C-8CB5B0FF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48070-7A54-E908-8D4F-557DA208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83677-1218-E374-0332-73DB7E2E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7DA9C-6296-0E9E-F9D7-E44BD277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7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FDC71-D0EB-CD55-EBBA-02AAD1F1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2075F-8A30-236C-DBBE-6F84BF55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BE33-ADAC-FA81-9DA6-ADABDB13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5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C00D-8CA8-D1B7-67B2-A18517A4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23CE-C9C7-387D-F9EC-41EEDAE92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8A40B-30B5-F16D-1DE1-D49BD8587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A12E-FCAA-B23F-6FD2-E92082EA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89CA8-76BE-F8B8-C162-020203E4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C0D8A-1B1C-04A8-D4A3-9F7D203E8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5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1B2D-F716-C313-1C7D-ADDBF87B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BB578-70C5-BD49-52DB-CFFE83C39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BD1BC-CCD0-57EC-60F8-53025315E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F7C17-1209-81CE-6A99-EF494E5A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1A5E5-800B-80C8-12FA-183A7DCF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95AA0-03E4-3463-D86D-5088009F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40FA-36B4-9A07-07DA-A5442056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B059A-C06B-B51F-FE7E-BBB2A97FB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74F28-26B8-81C8-39D8-0B95A4EC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AEC95-69FB-01E9-3EA6-556EE2A8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7B2A7-7689-6DBE-A346-00748E14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1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05954-B7F5-37D8-D82E-5689DA674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CF641-3467-1251-B9FD-B3819F440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5A0A-49D4-D17A-FDE5-6DBDAD7D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3106-C2F3-3E0F-AA2B-4D2B24BE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9AF19-EA42-F1FD-CA99-F525E505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7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1A744-48A9-54CB-3D62-1AC7BD45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0344-111F-C454-DD8D-341F30DC5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0530-817F-AC38-C00B-6A5536DA8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10337-2847-4DC6-BBD0-6AE8198AC49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DD6B-94C2-C475-76C7-4182B070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E8A1D-C691-851F-5674-579A02A2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4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513DA-3F31-FC2F-6A01-F659CB64C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38" y="945875"/>
            <a:ext cx="6596473" cy="496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6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FBE59D-A56F-CCBC-236A-311D7744C8B3}"/>
              </a:ext>
            </a:extLst>
          </p:cNvPr>
          <p:cNvCxnSpPr/>
          <p:nvPr/>
        </p:nvCxnSpPr>
        <p:spPr>
          <a:xfrm>
            <a:off x="1745674" y="3050773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5856CF6-C4B5-97DA-4C5A-6DBFFCDD77E6}"/>
              </a:ext>
            </a:extLst>
          </p:cNvPr>
          <p:cNvSpPr/>
          <p:nvPr/>
        </p:nvSpPr>
        <p:spPr>
          <a:xfrm>
            <a:off x="1612670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A7F9F7-6A7A-F989-979C-1B0A81A6D63B}"/>
              </a:ext>
            </a:extLst>
          </p:cNvPr>
          <p:cNvSpPr/>
          <p:nvPr/>
        </p:nvSpPr>
        <p:spPr>
          <a:xfrm>
            <a:off x="3460866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7DDE79-003A-A3D1-9F8D-153DCF2CE903}"/>
              </a:ext>
            </a:extLst>
          </p:cNvPr>
          <p:cNvSpPr/>
          <p:nvPr/>
        </p:nvSpPr>
        <p:spPr>
          <a:xfrm>
            <a:off x="9504913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1B8D16-1479-09F8-8A12-BFBE3D694FBB}"/>
              </a:ext>
            </a:extLst>
          </p:cNvPr>
          <p:cNvSpPr/>
          <p:nvPr/>
        </p:nvSpPr>
        <p:spPr>
          <a:xfrm>
            <a:off x="4206241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DFBC4-6835-6A64-B75D-72C321229B8A}"/>
              </a:ext>
            </a:extLst>
          </p:cNvPr>
          <p:cNvSpPr txBox="1"/>
          <p:nvPr/>
        </p:nvSpPr>
        <p:spPr>
          <a:xfrm flipH="1">
            <a:off x="10480272" y="2758384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99B68-44C3-F9B8-95AA-A8FD93CD27E1}"/>
              </a:ext>
            </a:extLst>
          </p:cNvPr>
          <p:cNvSpPr/>
          <p:nvPr/>
        </p:nvSpPr>
        <p:spPr>
          <a:xfrm>
            <a:off x="1745673" y="195305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538338-9937-FCA2-BF1B-E669CF9819A3}"/>
              </a:ext>
            </a:extLst>
          </p:cNvPr>
          <p:cNvSpPr/>
          <p:nvPr/>
        </p:nvSpPr>
        <p:spPr>
          <a:xfrm>
            <a:off x="1729048" y="1338329"/>
            <a:ext cx="27432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F6C51-3F2B-574C-80DB-AC91106F18D4}"/>
              </a:ext>
            </a:extLst>
          </p:cNvPr>
          <p:cNvSpPr/>
          <p:nvPr/>
        </p:nvSpPr>
        <p:spPr>
          <a:xfrm>
            <a:off x="1729048" y="734935"/>
            <a:ext cx="18288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629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 animBg="1"/>
      <p:bldP spid="17" grpId="0"/>
      <p:bldP spid="18" grpId="0" animBg="1"/>
      <p:bldP spid="20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EE19-3CB8-0ACF-9FE1-73F3E558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CD1E1E-3DB9-3347-B35C-6FD68D52CB0D}"/>
              </a:ext>
            </a:extLst>
          </p:cNvPr>
          <p:cNvCxnSpPr/>
          <p:nvPr/>
        </p:nvCxnSpPr>
        <p:spPr>
          <a:xfrm>
            <a:off x="1745674" y="3050773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4CF4C1F-83B1-1175-9244-4036A8CF408E}"/>
              </a:ext>
            </a:extLst>
          </p:cNvPr>
          <p:cNvSpPr/>
          <p:nvPr/>
        </p:nvSpPr>
        <p:spPr>
          <a:xfrm>
            <a:off x="1612670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4DE37F-6762-D521-15F6-01AE0E5F8D48}"/>
              </a:ext>
            </a:extLst>
          </p:cNvPr>
          <p:cNvSpPr/>
          <p:nvPr/>
        </p:nvSpPr>
        <p:spPr>
          <a:xfrm>
            <a:off x="3460866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13C6C7-1720-8E16-B9D5-A350542FF886}"/>
              </a:ext>
            </a:extLst>
          </p:cNvPr>
          <p:cNvSpPr/>
          <p:nvPr/>
        </p:nvSpPr>
        <p:spPr>
          <a:xfrm>
            <a:off x="9504913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E45314-E9BD-E7A4-03D9-9FBCF6812B6D}"/>
              </a:ext>
            </a:extLst>
          </p:cNvPr>
          <p:cNvSpPr/>
          <p:nvPr/>
        </p:nvSpPr>
        <p:spPr>
          <a:xfrm>
            <a:off x="4206241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67364-7455-6D90-C51C-1CED7368932D}"/>
              </a:ext>
            </a:extLst>
          </p:cNvPr>
          <p:cNvSpPr txBox="1"/>
          <p:nvPr/>
        </p:nvSpPr>
        <p:spPr>
          <a:xfrm flipH="1">
            <a:off x="10480272" y="2758384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BAC3A0-A0E7-EDC1-689C-D3D6A982A395}"/>
              </a:ext>
            </a:extLst>
          </p:cNvPr>
          <p:cNvSpPr/>
          <p:nvPr/>
        </p:nvSpPr>
        <p:spPr>
          <a:xfrm>
            <a:off x="1612670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D35A5-9395-2047-812F-4BF8783C6B28}"/>
              </a:ext>
            </a:extLst>
          </p:cNvPr>
          <p:cNvSpPr/>
          <p:nvPr/>
        </p:nvSpPr>
        <p:spPr>
          <a:xfrm>
            <a:off x="3460866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749C6-7642-0F8C-ECAB-DF192096BE2D}"/>
              </a:ext>
            </a:extLst>
          </p:cNvPr>
          <p:cNvSpPr/>
          <p:nvPr/>
        </p:nvSpPr>
        <p:spPr>
          <a:xfrm>
            <a:off x="4378474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639A70-B714-C0F3-C892-6D951E489661}"/>
              </a:ext>
            </a:extLst>
          </p:cNvPr>
          <p:cNvSpPr/>
          <p:nvPr/>
        </p:nvSpPr>
        <p:spPr>
          <a:xfrm>
            <a:off x="9529505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208358-ED3C-BD53-3A5D-9E03EC027CCC}"/>
              </a:ext>
            </a:extLst>
          </p:cNvPr>
          <p:cNvCxnSpPr/>
          <p:nvPr/>
        </p:nvCxnSpPr>
        <p:spPr>
          <a:xfrm>
            <a:off x="1745674" y="4154524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B1F5150-0F16-4C2B-1CB6-C7E1B770568A}"/>
              </a:ext>
            </a:extLst>
          </p:cNvPr>
          <p:cNvSpPr/>
          <p:nvPr/>
        </p:nvSpPr>
        <p:spPr>
          <a:xfrm>
            <a:off x="1612670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43948E-32DE-B6E7-A441-9CFE935B02F1}"/>
              </a:ext>
            </a:extLst>
          </p:cNvPr>
          <p:cNvSpPr/>
          <p:nvPr/>
        </p:nvSpPr>
        <p:spPr>
          <a:xfrm>
            <a:off x="3460866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33E5B6-DA5B-4CD9-32DF-F65BCC826034}"/>
              </a:ext>
            </a:extLst>
          </p:cNvPr>
          <p:cNvSpPr/>
          <p:nvPr/>
        </p:nvSpPr>
        <p:spPr>
          <a:xfrm>
            <a:off x="9504913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0318E4-B241-9873-2323-AF18A1C8F5B2}"/>
              </a:ext>
            </a:extLst>
          </p:cNvPr>
          <p:cNvSpPr/>
          <p:nvPr/>
        </p:nvSpPr>
        <p:spPr>
          <a:xfrm>
            <a:off x="4206241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F36C2-2D8F-2AC1-3877-6355720DEC1F}"/>
              </a:ext>
            </a:extLst>
          </p:cNvPr>
          <p:cNvSpPr txBox="1"/>
          <p:nvPr/>
        </p:nvSpPr>
        <p:spPr>
          <a:xfrm flipH="1">
            <a:off x="10480272" y="3862135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3645D3-1D9B-1530-CEFF-056BEB4C3B81}"/>
              </a:ext>
            </a:extLst>
          </p:cNvPr>
          <p:cNvSpPr/>
          <p:nvPr/>
        </p:nvSpPr>
        <p:spPr>
          <a:xfrm>
            <a:off x="1612670" y="3925922"/>
            <a:ext cx="18288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AE8D27-94AF-2D55-C31E-40AFE7F2D91C}"/>
              </a:ext>
            </a:extLst>
          </p:cNvPr>
          <p:cNvSpPr/>
          <p:nvPr/>
        </p:nvSpPr>
        <p:spPr>
          <a:xfrm>
            <a:off x="4378474" y="3925922"/>
            <a:ext cx="18288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7E33F3-F2BD-E2A8-0CDD-3B67761E78BE}"/>
              </a:ext>
            </a:extLst>
          </p:cNvPr>
          <p:cNvSpPr/>
          <p:nvPr/>
        </p:nvSpPr>
        <p:spPr>
          <a:xfrm>
            <a:off x="9529505" y="3925922"/>
            <a:ext cx="1126193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E0DD77-B458-6E1D-509A-D32CFFCA4F5F}"/>
              </a:ext>
            </a:extLst>
          </p:cNvPr>
          <p:cNvSpPr/>
          <p:nvPr/>
        </p:nvSpPr>
        <p:spPr>
          <a:xfrm>
            <a:off x="3453773" y="3925922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664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  <p:bldP spid="5" grpId="0" animBg="1"/>
      <p:bldP spid="9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8169-84BB-B919-F494-8C91D4C2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EE6812-F3C3-5A6A-069F-67E3E50CAE98}"/>
              </a:ext>
            </a:extLst>
          </p:cNvPr>
          <p:cNvCxnSpPr/>
          <p:nvPr/>
        </p:nvCxnSpPr>
        <p:spPr>
          <a:xfrm>
            <a:off x="1745674" y="3050773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282C358-82CB-980E-DF10-786C6FDA974E}"/>
              </a:ext>
            </a:extLst>
          </p:cNvPr>
          <p:cNvSpPr/>
          <p:nvPr/>
        </p:nvSpPr>
        <p:spPr>
          <a:xfrm>
            <a:off x="1612670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E567EB-31AF-C0F9-4E5D-1B1BC4C5311E}"/>
              </a:ext>
            </a:extLst>
          </p:cNvPr>
          <p:cNvSpPr/>
          <p:nvPr/>
        </p:nvSpPr>
        <p:spPr>
          <a:xfrm>
            <a:off x="3460866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2EEA2F-131E-0FB7-7E32-E3D3ADFE37CF}"/>
              </a:ext>
            </a:extLst>
          </p:cNvPr>
          <p:cNvSpPr/>
          <p:nvPr/>
        </p:nvSpPr>
        <p:spPr>
          <a:xfrm>
            <a:off x="9504913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B97CBDF-E2E9-2FC8-3F20-700CC4098891}"/>
              </a:ext>
            </a:extLst>
          </p:cNvPr>
          <p:cNvSpPr/>
          <p:nvPr/>
        </p:nvSpPr>
        <p:spPr>
          <a:xfrm>
            <a:off x="4206241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B5B6DE-381B-804C-7EA4-EF481FC9182D}"/>
              </a:ext>
            </a:extLst>
          </p:cNvPr>
          <p:cNvSpPr txBox="1"/>
          <p:nvPr/>
        </p:nvSpPr>
        <p:spPr>
          <a:xfrm flipH="1">
            <a:off x="10480272" y="2758384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C39F93-1BED-2701-88E6-174CB96D4256}"/>
              </a:ext>
            </a:extLst>
          </p:cNvPr>
          <p:cNvSpPr/>
          <p:nvPr/>
        </p:nvSpPr>
        <p:spPr>
          <a:xfrm>
            <a:off x="1612670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009168-C786-11A6-00F6-0C0B70BE6B8A}"/>
              </a:ext>
            </a:extLst>
          </p:cNvPr>
          <p:cNvSpPr/>
          <p:nvPr/>
        </p:nvSpPr>
        <p:spPr>
          <a:xfrm>
            <a:off x="3491015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6A15A-1E5E-B5F5-BDE1-B86520D0C365}"/>
              </a:ext>
            </a:extLst>
          </p:cNvPr>
          <p:cNvSpPr/>
          <p:nvPr/>
        </p:nvSpPr>
        <p:spPr>
          <a:xfrm>
            <a:off x="4378474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D777CA-3E4B-5571-4BD9-39B5ED422A92}"/>
              </a:ext>
            </a:extLst>
          </p:cNvPr>
          <p:cNvSpPr/>
          <p:nvPr/>
        </p:nvSpPr>
        <p:spPr>
          <a:xfrm>
            <a:off x="9529505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81D4FD-0605-0F23-2E0F-48625B06FB5C}"/>
              </a:ext>
            </a:extLst>
          </p:cNvPr>
          <p:cNvCxnSpPr/>
          <p:nvPr/>
        </p:nvCxnSpPr>
        <p:spPr>
          <a:xfrm>
            <a:off x="1745674" y="4154524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2179614-6353-18BB-DD47-5BFE3CD26BD7}"/>
              </a:ext>
            </a:extLst>
          </p:cNvPr>
          <p:cNvSpPr/>
          <p:nvPr/>
        </p:nvSpPr>
        <p:spPr>
          <a:xfrm>
            <a:off x="1612670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13E562-752F-3174-DA05-71D7856F2AA9}"/>
              </a:ext>
            </a:extLst>
          </p:cNvPr>
          <p:cNvSpPr/>
          <p:nvPr/>
        </p:nvSpPr>
        <p:spPr>
          <a:xfrm>
            <a:off x="3460866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BF18D1-6770-89C9-0CD0-C1EE30D72157}"/>
              </a:ext>
            </a:extLst>
          </p:cNvPr>
          <p:cNvSpPr/>
          <p:nvPr/>
        </p:nvSpPr>
        <p:spPr>
          <a:xfrm>
            <a:off x="9504913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1E5818-E03A-5DF9-F071-A8C52ED07AC5}"/>
              </a:ext>
            </a:extLst>
          </p:cNvPr>
          <p:cNvSpPr/>
          <p:nvPr/>
        </p:nvSpPr>
        <p:spPr>
          <a:xfrm>
            <a:off x="4206241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4F6A7C-14DC-0F3C-D091-409B1A6CE930}"/>
              </a:ext>
            </a:extLst>
          </p:cNvPr>
          <p:cNvSpPr txBox="1"/>
          <p:nvPr/>
        </p:nvSpPr>
        <p:spPr>
          <a:xfrm flipH="1">
            <a:off x="10480272" y="3862135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B1FD31-9964-014E-0D5A-70BD571B3357}"/>
              </a:ext>
            </a:extLst>
          </p:cNvPr>
          <p:cNvSpPr/>
          <p:nvPr/>
        </p:nvSpPr>
        <p:spPr>
          <a:xfrm>
            <a:off x="1612670" y="3925922"/>
            <a:ext cx="1828800" cy="457200"/>
          </a:xfrm>
          <a:prstGeom prst="rect">
            <a:avLst/>
          </a:prstGeom>
          <a:solidFill>
            <a:srgbClr val="00B05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2ADB74-FEA1-E120-C625-F83646DB4D10}"/>
              </a:ext>
            </a:extLst>
          </p:cNvPr>
          <p:cNvSpPr/>
          <p:nvPr/>
        </p:nvSpPr>
        <p:spPr>
          <a:xfrm>
            <a:off x="4378474" y="3925922"/>
            <a:ext cx="1828800" cy="457200"/>
          </a:xfrm>
          <a:prstGeom prst="rect">
            <a:avLst/>
          </a:prstGeom>
          <a:solidFill>
            <a:srgbClr val="00B05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0E5-3E2E-F0F8-27D6-5689E1691208}"/>
              </a:ext>
            </a:extLst>
          </p:cNvPr>
          <p:cNvSpPr/>
          <p:nvPr/>
        </p:nvSpPr>
        <p:spPr>
          <a:xfrm>
            <a:off x="9529505" y="3925922"/>
            <a:ext cx="1126193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6BD1A1-1E81-6445-83D9-19D9821AEDE8}"/>
              </a:ext>
            </a:extLst>
          </p:cNvPr>
          <p:cNvSpPr/>
          <p:nvPr/>
        </p:nvSpPr>
        <p:spPr>
          <a:xfrm>
            <a:off x="3453773" y="3925922"/>
            <a:ext cx="914400" cy="457200"/>
          </a:xfrm>
          <a:prstGeom prst="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8090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  <p:bldP spid="5" grpId="0" animBg="1"/>
      <p:bldP spid="9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B4AB-B75C-DCCE-F746-ADAFDCCD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F9D5ED-B59C-9BA0-21D8-345601D67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921"/>
            <a:ext cx="12192000" cy="54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1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E7F4C-7BD6-5770-C0B6-615CD1402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97"/>
            <a:ext cx="12192000" cy="54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4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6CD9-84D3-AFA1-A763-7FB484C0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7E668-042C-8EA7-C040-63BDC452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28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7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F587-5A8B-BE29-4E75-087141B6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DB33A-7AE9-808D-B1E9-834562918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198"/>
            <a:ext cx="12192000" cy="583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9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EBE6-05C8-63F5-E3FC-CEF1427A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63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A0F0F-C084-3B8C-C0E4-E31D48C5F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" y="116378"/>
            <a:ext cx="12020204" cy="626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4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67AD9-CA7B-89DB-84DE-AB61B9BD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0" y="0"/>
            <a:ext cx="11030989" cy="662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1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B5EE6-85D8-D281-0541-BBE5F6AE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93" y="83236"/>
            <a:ext cx="11155680" cy="66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1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9D66-E9F1-6F6E-7082-1434E9BDC0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CEF0C-70CD-A57A-1CCA-AC1AF937F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44D88-8CAA-BC2D-B6A9-E2B1BAE8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798"/>
            <a:ext cx="12192000" cy="439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4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1311-EA87-5460-1F14-B8830384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64206-33F4-FF6D-E91F-20DC1A48D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195D8-5A1A-39A0-B724-D01DB19D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6" y="1027906"/>
            <a:ext cx="12192000" cy="46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7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8B3F95-6D06-5841-2036-01FB1B22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868"/>
            <a:ext cx="12192000" cy="51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7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FA21A-8A8E-E0D3-1742-3DBC572A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447"/>
            <a:ext cx="12192000" cy="555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2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24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Schrag</dc:creator>
  <cp:lastModifiedBy>Steve Schrag</cp:lastModifiedBy>
  <cp:revision>5</cp:revision>
  <dcterms:created xsi:type="dcterms:W3CDTF">2026-07-16T11:11:42Z</dcterms:created>
  <dcterms:modified xsi:type="dcterms:W3CDTF">2026-07-17T11:40:59Z</dcterms:modified>
</cp:coreProperties>
</file>